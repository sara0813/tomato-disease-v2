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9" r:id="rId30"/>
    <p:sldId id="280" r:id="rId31"/>
    <p:sldId id="281" r:id="rId32"/>
    <p:sldId id="282" r:id="rId33"/>
    <p:sldId id="283" r:id="rId34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  <Relationship Id="rId33" Type="http://schemas.openxmlformats.org/officeDocument/2006/relationships/slide" Target="slides/slide27.xml"/>
  <Relationship Id="rId34" Type="http://schemas.openxmlformats.org/officeDocument/2006/relationships/slide" Target="slides/slide28.xml"/>
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</c:v>
                </c:pt>
                <c:pt idx="2">
                  <c:v>15.44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051560"/>
                <a:gridCol w="1051560"/>
                <a:gridCol w="1051560"/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1887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600200"/>
                <a:gridCol w="1600200"/>
                <a:gridCol w="1600200"/>
                <a:gridCol w="1600200"/>
                <a:gridCol w="1600200"/>
                <a:gridCol w="155448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286000"/>
                <a:gridCol w="3959352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691640"/>
                <a:gridCol w="914400"/>
                <a:gridCol w="914400"/>
                <a:gridCol w="91440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/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18104"/>
                <a:gridCol w="3118104"/>
                <a:gridCol w="3118104"/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188720"/>
                <a:gridCol w="1097280"/>
                <a:gridCol w="1051560"/>
                <a:gridCol w="105156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417320"/>
                <a:gridCol w="1417320"/>
                <a:gridCol w="1417320"/>
                <a:gridCol w="1399032"/>
                <a:gridCol w="1737360"/>
                <a:gridCol w="182880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828800"/>
                <a:gridCol w="1828800"/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377440"/>
                <a:gridCol w="1828800"/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그러나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0000"/>
            <a:ext cx="11091672" cy="7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AdaBN(Li et al., 2016)은 target 이미지로 forward pass만 수행해 BN running 통계를 완전 교체한다(역전파 없음). TENT(Wang et al., ICLR 2021, 공식 코드 DequanWang/tent 구조 참고)는 BN affine(γ,β)만 열고 라벨 없이 예측 entropy를 최소화한다(Adam, 1 epoch). 두 방법 모두 target label은 어떤 단계에서도 사용하지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00000"/>
          <a:ext cx="896112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1828800"/>
                <a:gridCol w="1645920"/>
                <a:gridCol w="1645920"/>
              </a:tblGrid>
              <a:tr h="55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5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예측 분포 분석(prediction_distribution.csv) 결과, AdaBN/TENT 적용 후 예측이 target에 없는 클래스로 쏠렸다 — partial label-space mismatch(PADA/ETN 이론)로 인한 negative transfer다. 클래스 겹침이 적을수록(Taiwan 3/10) 저하가 더 컸다. 다음 슬라이드에서 이 문제를 해결하는 class-restriction 마스킹을 다룬다.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Class-restriction 마스킹으로 해결 + 다음 시도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0000"/>
            <a:ext cx="11091672" cy="7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class_info.py에 설계 단계부터 있던 클래스 매핑으로 target에 없는 클래스의 로짓을 -inf 마스킹한다(추가 학습 없음, zero-cost). 모든 데이터셋에서 마스킹 단독만으로도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00000"/>
          <a:ext cx="1020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850000"/>
                <a:gridCol w="1850000"/>
                <a:gridCol w="2300000"/>
                <a:gridCol w="2300000"/>
              </a:tblGrid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TENT+마스킹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14.71%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클래스 3개뿐인 Taiwan은 AdaBN+마스킹이 최고다(38.85%, source 대비 +11.5%p) — BN 통계 교체의 부작용이 작기 때문. 반면 클래스가 많고 불균형한 Bangladesh(6개)·PlantDoc(8개)은 AdaBN/TENT가 마스킹과 결합해도 마스킹 단독보다 나쁘다 — BN 통계 전체 교체 자체가 여전히 해롭다는 뜻이다.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5400000"/>
            <a:ext cx="11091672" cy="8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다음 시도: ① 마스킹을 적응 과정(entropy loss·BN 통계 계산) 자체에 반영하는 mask-aware adaptation  ② AdaBN 통계 완전 교체 대신 source/target 블렌딩으로 부작용 완화  ③ seed42 단일 결과 → 3-seed 통계 검증  ④ 개선이 제한적이면 보류했던 SHOT(마스킹된 라벨 공간 내 pseudo-labeling) 재검토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다음 시도 3가지 — SHOT이 최종 승자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0000"/>
            <a:ext cx="11091672" cy="7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① TENT에 batch-diversity 정규화 추가(collapse 방지) ② AdaBN을 완전 교체 대신 momentum 블렌딩(0.05~0.3) ③ SHOT(Liang et al., ICML 2020) — pseudo-labeling+information-maximization으로 classifier는 고정하고 feature extractor 전체를 미세조정. 셋 다 class-restriction 마스킹과 결합해 비교했다.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00000"/>
          <a:ext cx="1095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2100000"/>
                <a:gridCol w="2100000"/>
                <a:gridCol w="2550000"/>
                <a:gridCol w="2300000"/>
              </a:tblGrid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TENT+마스킹(수정판)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SHOT+마스킹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29.94%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38.54%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13.71%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27.97%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①TENT는 collapse(한 클래스만 100% 예측)를 고쳤지만 그래도 전부 마스킹-only보다 나빠 최종안에서 제외했다. ②AdaBN 블렌딩은 얼마나 약하게 섞어도 Bangladesh·PlantDoc에서 마스킹-only를 못 넘었다 — BN 통계를 조금이라도 건드리는 것 자체가 해로웠다는 뜻. ③SHOT은 유일하게 3개 데이터셋 모두에서 collapse 없이 안정적으로 잘 됐다 — Taiwan은 AdaBN과 거의 동률, Bangladesh는 전체 방법 중 최고, PlantDoc은 정확도는 비슷해도 macro F1이 전체 중 가장 높다.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5400000"/>
            <a:ext cx="11091672" cy="8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최종 권장 파이프라인: class-restriction 마스킹은 항상 적용 + 적응 방법은 SHOT을 기본으로 사용한다 (데이터셋마다 다른 방법을 골라야 했던 AdaBN/TENT와 달리 튜닝 없이 3개 전부에서 통한 유일한 방법). 현재 seed42 단일 결과이며, tiny_cnn_c(96px·bicubic) seed123/2026 재학습 후 3-seed로 재검증 중이다.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