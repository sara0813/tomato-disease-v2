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287" r:id="rId37"/>
    <p:sldId id="283" r:id="rId27"/>
    <p:sldId id="284" r:id="rId28"/>
    <p:sldId id="285" r:id="rId29"/>
    <p:sldId id="288" r:id="rId38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<Relationship Id="rId37" Type="http://schemas.openxmlformats.org/officeDocument/2006/relationships/slide" Target="slides/slide32.xml"/>
  <Relationship Id="rId38" Type="http://schemas.openxmlformats.org/officeDocument/2006/relationships/slide" Target="slides/slide33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(Pseudo-labeling + Info-max)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Liang et al., ICML 2020. Source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classifier는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고정하고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feature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extractor만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미세조정한다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마스킹된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클래스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안에서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pseudo-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label을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할당하고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pseudo-label cross-entropy + information-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maximization으로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88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19.46% (F1 0.182 1위)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 — 데이터셋마다 다른 방법을 골라야 했던 AdaBN/TENT와 달리 튜닝 없이 두루 통하는 유일한 방법이다.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1A1A1A"/>
                </a:solidFill>
                <a:latin typeface="Calibri"/>
              </a:rPr>
              <a:t>SHOT은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늘릴수록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더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많이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데이터셋마다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target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accuracy가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가장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높은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골라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보고하면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label-free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전제와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모순되므로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민감도부터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확인했다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SHOT(epoch=2)을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남은 과제: 지금은 seed42 단일 실행 결과다. tiny_cnn_c(96px·bicubic)를 seed123/2026에서 추가 학습해 이 비교 전체를 3-seed로 재검증할 계획이다(seed123 학습 진행 중).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절반만 맞았다 — Bangladesh는 과적합이 완화됐지만(epoch 5까지 계속 개선) PlantDoc은 오히려 더 빨리 과적합됐다(epoch 1에서 이미 정점). 내부 정확도·Taiwan·Bangladesh는 전반적으로 더 낮아져, 모델 축소가 일관된 해결책은 아니었다 — 과적합 억제는 epoch 수를 고정하는 기존 방식이 더 안정적이다.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7 · DOMAIN ADAPTATION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 — 정확한 메커니즘</a:t>
            </a:r>
          </a:p>
        </p:txBody>
      </p:sp>
      <p:sp>
        <p:nvSpPr>
          <p:cNvPr id="4" name="Block"/>
          <p:cNvSpPr txBox="1"/>
          <p:nvPr/>
        </p:nvSpPr>
        <p:spPr>
          <a:xfrm>
            <a:off x="548640" y="13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①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기준: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데이터 준비 단계에서 미리 확인한 “이 외부 데이터셋에 해당 병해 폴더·라벨이 애초에 있는가” — 모델 예측이나 정답 라벨을 본 게 아니다 (Taiwan 3/10, Bangladesh 6/10, PlantDoc 8/10).</a:t>
            </a:r>
          </a:p>
        </p:txBody>
      </p:sp>
      <p:sp>
        <p:nvSpPr>
          <p:cNvPr id="5" name="Block"/>
          <p:cNvSpPr txBox="1"/>
          <p:nvPr/>
        </p:nvSpPr>
        <p:spPr>
          <a:xfrm>
            <a:off x="548640" y="238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②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제외 방법: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logits = model(images) + mask (없는 클래스 자리는 -inf) → softmax 확률이 0이 되어 예측 후보에서 빠진다. 파라미터는 전혀 건드리지 않는다.</a:t>
            </a:r>
          </a:p>
        </p:txBody>
      </p:sp>
      <p:sp>
        <p:nvSpPr>
          <p:cNvPr id="6" name="Block"/>
          <p:cNvSpPr txBox="1"/>
          <p:nvPr/>
        </p:nvSpPr>
        <p:spPr>
          <a:xfrm>
            <a:off x="548640" y="346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③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학습과 적응은 분리: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tiny_cnn_c는 PlantVillage 10개 클래스 전체로, 마스킹 없이 학습한다. 마스킹은 그 가중치를 외부 데이터셋에 적응·평가할 때만 적용한다.</a:t>
            </a:r>
          </a:p>
        </p:txBody>
      </p:sp>
      <p:sp>
        <p:nvSpPr>
          <p:cNvPr id="7" name="Block"/>
          <p:cNvSpPr txBox="1"/>
          <p:nvPr/>
        </p:nvSpPr>
        <p:spPr>
          <a:xfrm>
            <a:off x="548640" y="454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78D6"/>
                </a:solidFill>
                <a:latin typeface="Calibri"/>
              </a:rPr>
              <a:t>④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SHOT에서는 한 군데 더: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pseudo-label을 정하는 클래스 중심점 매칭에도 같은 마스크를 적용해, 존재하는 클래스 안에서만 pseudo-label이 나오게 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시도: EATA (ICML 2022) — SHOT을 넘지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Niu et al., ICML 2022 (공식 코드: mr-eggplant/EATA). TENT와 같은 지점(BN affine만 학습)에서 출발해 ① 불확실하거나(entropy 높음) 중복되는 샘플은 적응에서 제외하고 ② source test셋 Fisher information으로 “원본 가중치에서 너무 멀어지지 않게” 정규화한다.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400000"/>
                <a:gridCol w="2400000"/>
                <a:gridCol w="24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SHOT+마스킹(최종)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EATA+마스킹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50000"/>
            <a:ext cx="11091672" cy="1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논문 기본 lr(1e-3)로는 거의 적응이 안 일어나 lr=0.1(100배)로 캘리브레이션했다 — entropy·다양성 필터가 ImageNet 1000클래스·대량 스트림 기준이라 클래스 3~8개뿐인 우리 설정엔 유효 gradient가 너무 작았다. 그래도 Taiwan만 마스킹-only를 넘었을 뿐 SHOT은 어디서도 못 넘었고, Bangladesh· PlantDoc은 마스킹-only보다도 낮았다(collapse는 아님) — SHOT을 최종안으로 유지한다.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