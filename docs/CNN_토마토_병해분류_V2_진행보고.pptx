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tiny_cnn_c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94.99</c:v>
                </c:pt>
                <c:pt idx="1">
                  <c:v>97.29</c:v>
                </c:pt>
                <c:pt idx="2">
                  <c:v>97.66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9.19</c:v>
                </c:pt>
                <c:pt idx="1">
                  <c:v>15.18</c:v>
                </c:pt>
                <c:pt idx="2">
                  <c:v>27.02</c:v>
                </c:pt>
                <c:pt idx="3">
                  <c:v>33.78</c:v>
                </c:pt>
                <c:pt idx="4">
                  <c:v>50.71</c:v>
                </c:pt>
                <c:pt idx="5">
                  <c:v>68.78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3.67</c:v>
                </c:pt>
                <c:pt idx="1">
                  <c:v>9.16</c:v>
                </c:pt>
                <c:pt idx="2">
                  <c:v>7.68</c:v>
                </c:pt>
                <c:pt idx="3">
                  <c:v>37.09</c:v>
                </c:pt>
                <c:pt idx="4">
                  <c:v>49.2</c:v>
                </c:pt>
                <c:pt idx="5">
                  <c:v>60.15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4.84</c:v>
                </c:pt>
                <c:pt idx="1">
                  <c:v>12.47</c:v>
                </c:pt>
                <c:pt idx="2">
                  <c:v>15.83</c:v>
                </c:pt>
                <c:pt idx="3">
                  <c:v>41.2</c:v>
                </c:pt>
                <c:pt idx="4">
                  <c:v>43.8</c:v>
                </c:pt>
                <c:pt idx="5">
                  <c:v>65.0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94.99</c:v>
                </c:pt>
                <c:pt idx="1">
                  <c:v>97.66</c:v>
                </c:pt>
                <c:pt idx="2">
                  <c:v>97.29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20.38</c:v>
                </c:pt>
                <c:pt idx="1">
                  <c:v>28.03</c:v>
                </c:pt>
                <c:pt idx="2">
                  <c:v>27.39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15.26</c:v>
                </c:pt>
                <c:pt idx="1">
                  <c:v>17.89</c:v>
                </c:pt>
                <c:pt idx="2">
                  <c:v>15.17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20.03</c:v>
                </c:pt>
                <c:pt idx="1">
                  <c:v>20.87</c:v>
                </c:pt>
                <c:pt idx="2">
                  <c:v>20.87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보류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결과와 그 해석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test셋(2,734장)에만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49,212장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51560"/>
                <a:gridCol w="1051560"/>
                <a:gridCol w="1051560"/>
                <a:gridCol w="1051560"/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265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240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55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층화분할 (클래스별 비율 유지)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12,707 · val 2,719 · test 2,734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118872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600200"/>
                <a:gridCol w="1600200"/>
                <a:gridCol w="1600200"/>
                <a:gridCol w="1600200"/>
                <a:gridCol w="1600200"/>
                <a:gridCol w="1554480"/>
                <a:gridCol w="12344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286000"/>
                <a:gridCol w="3959352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test셋(2,734장, 학습에 안 쓴 held-out) 각각에 6조건×3단계=18가지 변형을 적용해 49,212장을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691640"/>
                <a:gridCol w="914400"/>
                <a:gridCol w="914400"/>
                <a:gridCol w="914400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근접중복(leakage)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0.62~0.88%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PlantVillage는 같은 잎을 여러 장 찍은 유사 이미지가 섞여 있다고 알려진 데이터셋이라, perceptual hash(dHash, 64bit)로 test↔train(0.62%), val↔train(0.88%) 근접 중복 비율을 측정. 낮은 수준이라 재분할 없이 진행. distance=0 표본 하나를 직접 대조한 결과 픽셀 단위로 완전히 동일한 사진(파일명만 다른 UUID) 임을 확인해 방법론 자체도 검증했다.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Flatten+Dense 대신 Global Average Pooling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18104"/>
                <a:gridCol w="3118104"/>
                <a:gridCol w="3118104"/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+11.45%p.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0.9718 &gt; C 0.9684 &gt; A 0.9396)로,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0.4%p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188720"/>
                <a:gridCol w="1097280"/>
                <a:gridCol w="1051560"/>
                <a:gridCol w="1051560"/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4.98ms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4.91ms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4.99ms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0.4%p 차이뿐 — Depthwise Separable Conv의 효율-정확도 트레이드오프가 설계 의도대로 실측 확인됨(RQ3).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• 세 모델의 CPU 추론시간(4.9~5.0ms)은 거의 동일하다 — 이 정도로 작은 모델에서는 연산량 차이보다 커널 호출 오버헤드 등 고정비용이 지배적이라는 뜻. 실제 배포 시 FLOPs·파라미터 차이가 체감 속도 차이로 이어지진 않지만, 메모리·저장공간(파일크기 0.13MB vs 0.94MB)에서는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27.83%로 가장 강건하고, tiny_cnn_a가 34.11%로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비슷한 20%대에 머문다. 만약 문제가 "클래스 불일치"였다면 PlantDoc에서 크게 개선됐어야 하는데 그렇지 않았다 — 즉 원인은 클래스 매핑이 아니라 촬영 환경(조명·배경·해상도·구도) 자체의 분포 차이(domain shift)다. 내부 정확도가 95~98%로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417320"/>
                <a:gridCol w="1417320"/>
                <a:gridCol w="1417320"/>
                <a:gridCol w="1399032"/>
                <a:gridCol w="1737360"/>
                <a:gridCol w="1828800"/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97.66%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27.83%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97.29%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30.52%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15.17%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20.87%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94.99%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34.11%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97.66%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+11.45%p)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0.4%p)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— 정확도·크기·강건성·일반화 중 우선순위를 함께 정하고 최종 모델을 선정한다. 선정 후 app/streamlit_app.py의 DEFAULT_MODEL만 교체하면 7단계 배포가 바로 완료된다.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PyTorch 전환 근거 · 4개 데이터셋 처리 과정(장수/클래스/방법/이유) · bbox 크롭 문제와 해결 · PlantDoc 품질검수 과정 · 모델 설계 원칙과 선택 이유 · 체크포인트 사고 · 조건별 강건성 원인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