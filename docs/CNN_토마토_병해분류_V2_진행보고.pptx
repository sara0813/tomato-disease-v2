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</c:v>
                </c:pt>
                <c:pt idx="2">
                  <c:v>15.44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보류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결과와 그 해석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/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— 정확도·크기·강건성·일반화 중 우선순위를 함께 정하고 최종 모델을 선정한다. 선정 후 app/streamlit_app.py의 DEFAULT_MODEL만 교체하면 7단계 배포가 바로 완료된다.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PyTorch 전환 근거 · 4개 데이터셋 처리 과정(장수/클래스/방법/이유) · bbox 크롭 문제와 해결 · PlantDoc 품질검수 과정 · 모델 설계 원칙과 선택 이유 · 체크포인트 사고 · 조건별 강건성 원인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