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43"/>
    <p:sldId id="292" r:id="rId42"/>
    <p:sldId id="290" r:id="rId40"/>
    <p:sldId id="294" r:id="rId44"/>
    <p:sldId id="295" r:id="rId45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
  
  
  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상한 실험(실제 정답으로 학습했을 때 도달 가능한 최댓값)을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상한(이론적 최댓값)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(이론상)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이론적으로 60%를 넘을 여지가 있다 — 하이퍼파라미터를 끝까지 밀면 seed42 한 번은 63%까지 봤지만, 3-seed로 검증하면 46.39% ±12.46으로 재현되지 않았다(5/6 슬라이드). Bangladesh는 오라클 상한(58.61%)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우연이 아니라 더 안정적인 적응). Taiwan·PlantDoc은 SHOT 단독과 통계적으로 동일해 해치지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600000"/>
                <a:gridCol w="2600000"/>
                <a:gridCol w="32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