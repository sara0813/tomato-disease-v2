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9" r:id="rId23"/>
    <p:sldId id="280" r:id="rId24"/>
    <p:sldId id="293" r:id="rId25"/>
    <p:sldId id="292" r:id="rId26"/>
    <p:sldId id="290" r:id="rId27"/>
    <p:sldId id="294" r:id="rId28"/>
    <p:sldId id="299" r:id="rId29"/>
    <p:sldId id="295" r:id="rId30"/>
    <p:sldId id="298" r:id="rId31"/>
    <p:sldId id="300" r:id="rId32"/>
    <p:sldId id="301" r:id="rId33"/>
    <p:sldId id="296" r:id="rId34"/>
    <p:sldId id="297" r:id="rId35"/>
    <p:sldId id="286" r:id="rId36"/>
    <p:sldId id="277" r:id="rId37"/>
    <p:sldId id="278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4" autoAdjust="0"/>
    <p:restoredTop sz="84988" autoAdjust="0"/>
  </p:normalViewPr>
  <p:slideViewPr>
    <p:cSldViewPr snapToGrid="0" snapToObjects="1">
      <p:cViewPr varScale="1">
        <p:scale>
          <a:sx n="37" d="100"/>
          <a:sy n="37" d="100"/>
        </p:scale>
        <p:origin x="14" y="5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5FD-485D-8DC4-E1A033689C6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9C-40EE-8D4C-74A795169B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/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74.400000000000006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940-4B33-AF8D-10287682D32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18.170000000000002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201-428C-9E90-7C9147FA93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201-428C-9E90-7C9147FA93C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201-428C-9E90-7C9147FA9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18B6-4790-805F-11A32E27B0A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18B6-4790-805F-11A32E27B0A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18.260000000000002</c:v>
                </c:pt>
                <c:pt idx="2">
                  <c:v>15.44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18B6-4790-805F-11A32E27B0A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invertIfNegative val="1"/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3-18B6-4790-805F-11A32E27B0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5"/>
          <c:min val="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  <a:endParaRPr lang="ko-K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593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endParaRPr/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8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8A3A24"/>
              </a:solidFill>
              <a:latin typeface="Calibr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결과: 마스킹 + SHOT + AaD (3-seed 검증 완료)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AdaBN·TENT·SHOT·EATA·UPA·R-GV·AaD·CoWA 등 9가지 방법을 비교했다. 최종 채택: class-restriction 마스킹(항상 적용) + SHOT(epoch=2) + AaD attract/disperse 보조 손실(weight=1.0) — seed 42/123/2026 3회 평균으로 검증된 구성이다.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12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Source+마스킹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32.27% ±0.79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16.50% ±4.58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20.17% ±1.79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35.24% ±2.57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15.14% ±2.44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16.83% ±1.80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SHOT+마스킹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37.58% ±5.86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24.28% ±5.62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19.75% ±1.40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2761"/>
                          </a:solidFill>
                        </a:rPr>
                        <a:t>SHOT+AaD+마스킹(최종)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95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Bangladesh만 뚜렷하게 개선됐다(+3.1%p, 표준편차도 5.62→3.85로 감소 — 다만 별도의 통계적 유의성 검정은 하지 않았다). Taiwan·PlantDoc은 SHOT 단독과 평균이 거의 같아 해치지는 않는다. 이어지는 슬라이드는 이 결론에 대한 진단·메커니즘·대안 비교다.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결론: “전부 60%” 목표는 구조적으로 불가능하다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오라클 실험(target label로 직접 fine-tuning해 실제로 측정한 결과, stratified 70/30 split·epoch=2 조건)을 “60% 목표” 기준으로 다시 읽으면 데이터셋마다 답이 다르다 — 이건 더 좋은 적응 기법을 못 찾아서가 아니라, 데이터셋 구조 자체가 다른 것이다.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50000"/>
          <a:ext cx="10900000" cy="2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오라클 실측값(정답 fine-tuning)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60% 가능?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현재 검증된 최고(3-seed)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6B3A"/>
                          </a:solidFill>
                        </a:rPr>
                        <a:t>가능 (실측 기준)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38.11% ±5.81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58.61%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불가능 (상한 자체가 60% 미달)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27.40% ±3.85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B3401A"/>
                          </a:solidFill>
                        </a:rPr>
                        <a:t>완전히 불가능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19.09% ±1.18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10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Taiwan만 오라클 실측값이 60%를 넘는다(70.53%) — 하이퍼파라미터를 끝까지 밀면 seed42 한 번은 63%까지 봤지만, 3-seed로 검증하면 46.39% ±12.46으로 재현되지 않았다(10/12 슬라이드). Bangladesh는 오라클 실측값(58.61%) 자체가 60%에 못 미쳐 “완벽한 적응 기법”을 찾아도 구조적으로 60%를 보장할 수 없고, PlantDoc은 정답을 줘도 23%라 적응 문제가 아니라 feature 표현력의 문제다 — source 학습 데이터·증강을 바꾸지 않는 한(이 프로젝트 범위 밖) 더 올릴 수 없다는 게 최종 진단이다.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심층 진단: SHOT은 정확히 어디서 성공·실패하는가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target label을 적응에는 전혀 안 쓰고 진단에만 쓰는 세 가지 분석을 추가했다: ① epoch별 pseudo-label 정확도 추적 ② 초기 클래스별 precision/recall 비교 ③ Oracle 상한 실험(실제 정답으로 fine-tuning, stratified 70/30 train/eval 분리).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500000"/>
          <a:ext cx="9800000" cy="1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Source(eval split)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Oracle(정답으로 학습)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33.68%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70.53% (+36.9%p)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22.96%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58.61% (+35.7%p)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23.47%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23.47% (변화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1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1">
                <a:solidFill>
                  <a:srgbClr val="5B5E6B"/>
                </a:solidFill>
                <a:latin typeface="Calibri"/>
              </a:rPr>
              <a:t>① Taiwan: healthy가 0% precision·recall로 Late_blight에 흡수되는 사각지대(SHOT 후에도 그대로). ② Bangladesh: SHOT이 Late_blight 쏠림을 Target_Spot 쏠림으로 옮길 뿐(recall 0→43%, 대신 Late_blight 60→22%). ③ PlantDoc: source 단계에서 이미 3개 클래스가 0%이고, SHOT을 거쳐도 기존 클래스 recall이 반토막나며 상쇄된다. Oracle 결과: Taiwan·Bangladesh는 정답만 있으면 2배 이상 뛰어 pseudo-label 품질이 핵심 병목임을 확인. PlantDoc은 train 정확도만 19%→27%로 오르고 eval은 그대로(과적합) — 병목이 feature 표현력 자체라는 신호.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(4/12)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메커니즘: 마스킹 + SHOT + AaD는 왜 작동하는가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AdaBN·TENT를 그대로 적용하면 모델이 target에 없는 클래스로 예측을 쏠아버린다(negative transfer — 클래스 겹침이 적을수록 심함, Taiwan 3/10 기준 Source-only 27.39%가 AdaBN 7.64%/TENT 8.28%까지 떨어짐). 해결책은 추가 학습이 필요 없는 class-restriction 마스킹이다 — 데이터 준비 단계에서 이미 아는 “이 데이터셋에 존재하는 클래스” 정보로 로짓에 -inf를 더해 후보에서 제외한다(정답 라벨을 본 게 아니다).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850000"/>
          <a:ext cx="11200000" cy="1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5B5E6B"/>
                </a:solidFill>
                <a:latin typeface="Calibri"/>
              </a:rPr>
              <a:t>마스킹만으로도 모든 데이터셋에서 개선된다. 여기에 SHOT(pseudo-label cross-entropy + entropy 최소화/다양성 최대화, epoch=2로 고정 — 늘릴수록 Taiwan은 좋아지지만 Bangladesh·PlantDoc은 pseudo-label 과적합으로 꺾이는 트레이드오프 때문)과 AaD(feature 공간 이웃끼리 예측을 맞추는 attract/disperse 항, weight=1.0)를 더해 최종 파이프라인을 완성했다.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(5/12)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왜 이 방법들을 시도했는가 — 가설과 근거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1A1A1A"/>
                </a:solidFill>
                <a:latin typeface="Calibri"/>
              </a:rPr>
              <a:t>각 방법은 “아무거나 최신 것”을 고른 게 아니라, 심층 진단(3/12 슬라이드)에서 나온 구체적인 문제에 대한 가설을 가지고 선택했다. 결과(7/12 슬라이드)는 대부분 가설을 기각했지만, 그 자체가 “진짜 원인이 무엇인가”를 좁혀가는 정보였다.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2250000"/>
            <a:ext cx="11091672" cy="3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EATA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TENT의 최신 후속작 — entropy 필터링·Fisher 정보 기반 정규화가 더 정교하면 pseudo-label 노이즈가 줄지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UPA-APS: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SHOT의 pseudo-label을 K-최근접 이웃 투표로 재검증하면, 심층 진단에서 확인된 Taiwan healthy 블라인드스팟·Bangladesh 쏠림이 줄어들지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UPA-CACL: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APS의 confident set 안에서 같은 클래스 feature를 contrastive하게 당기면 클래스 간 분리가 더 좋아지지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R-GV (CVPR 2025):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오라클 진단에서 PlantDoc은 pseudo-label이 아니라 feature 표현력 자체가 문제라고 나왔다 — 그렇다면 feature를 직접 재정렬(semantic alignment)하면 PlantDoc이 풀리지 않을까.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AaD (NeurIPS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“어떤 샘플이 어느 클래스냐”를 확정하는 클러스터링 단계 자체가 Bangladesh의 쏠림을 만드는 원인이라면, 클러스터링을 아예 없애고 이웃 일관성만으로 적응하면 어떨까.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 i="0">
                <a:solidFill>
                  <a:srgbClr val="2A78D6"/>
                </a:solidFill>
                <a:latin typeface="Calibri"/>
              </a:rPr>
              <a:t>CoWA-JMDS (ICML 2022): </a:t>
            </a:r>
            <a:r>
              <a:rPr sz="1150" b="0" i="0">
                <a:solidFill>
                  <a:srgbClr val="1A1A1A"/>
                </a:solidFill>
                <a:latin typeface="Calibri"/>
              </a:rPr>
              <a:t>APS처럼 버리거나 쓰거나(hard filtering)가 아니라, “얼마나 믿을지”를 연속적인 점수로 매기는(soft weighting) 방식이면 더 안정적이지 않을까.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(6/12)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종합: 그 외 7가지 방법을 시도했지만 못 넘었다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최신·유명 SFDA 방법과 하이퍼파라미터 전략을 추가로 검토했다 — 전부 위 최종 파이프라인(SHOT+AaD)을 넘지 못했고, 각자 다른 이유로 기각했다.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000000"/>
          <a:ext cx="112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EATA (ICML 2022)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35.35%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20.89%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12.27%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UPA-APS (단독, seed42만)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44.59%*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30.52%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UPA-CACL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33~38%대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중립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R-GV (CVPR 2025, 근사)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36.94%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30.61%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17.07%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AaD 단독(클러스터링 없음)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20.16%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19.18%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CoWA-JMDS (ICML 2022)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39.81%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31.15%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16.78%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데이터셋별 극단 튜닝(3-seed)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46.39% ±12.46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19.59% ±10.57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200000"/>
            <a:ext cx="11091672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*APS는 seed42 단일 실행에서만 좋아 보였고 3-seed 평균은 noise였다. UCon-SFDA(ICLR 2025)는 CACL과 같은 contrastive-loss 계열이라 같은 문제를 겪을 가능성이 높아 구현하지 않고 판단 근거만 남겼다. 공통 패턴: ImageNet급 벤치마크 기준으로 설계된 하이퍼파라미터·구성요소는 이 프로젝트 규모(300~1,100장)에서 전부 재조정이 필요했고, 일부는 재조정으로도 못 고쳤다.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(7/12)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최종 채택 이후 추가 탐색: Prototype 개선 · TTA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10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SHOT+AaD(weight=1.0)를 최종 채택한 뒤, 이를 더 밀어올릴 수 있는지 두 가지 다른 메커니즘을 추가로 시도했다 — 클러스터 중심(prototype)의 품질을 높이는 방법과, pseudo-label을 만들 때 입력 자체의 노이즈를 줄이는 TTA(좌우반전 평균). 전부 SHOT+AaD를 최종으로 유지하는 결론으로 끝났다.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300000"/>
          <a:ext cx="114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검증 결과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confident-prototype(hard, frac=0.5)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45.22%*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20.17%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B3401A"/>
                          </a:solidFill>
                        </a:rPr>
                        <a:t>3-seed: 31.85%±11.33 → 기각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prototype-sharpen(soft, γ=2~4)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40.5~42.4%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29.8~30.1%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SHOT 못 넘음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TTA(좌우반전 평균)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40.13%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18.76%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혼재(Bangladesh만 소폭↑)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TTA + AaD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39.49%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32.33%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단일seed, Taiwan 하락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SHOT+AaD, epoch=7(Taiwan만)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43.42%±10.52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3-seed: 평균↑ 표준편차도 2배↑ → 채택 보류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650000"/>
            <a:ext cx="11091672" cy="1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*confident-prototype(hard)는 seed42에서 Taiwan의 healthy 블라인드스팟을 실제로 풀었다(recall 0%→34.9%, precision 84%) — 하지만 3-seed로 검증하니 seed123이 17.52%(3클래스 랜덤 확률보다도 낮음)로 완전히 무너졌다. 작은/애매한 클래스는 “확신 있는 멤버”가 seed에 따라 아예 없거나 전부 오답일 수 있다는 뜻이다. soft 버전(sharpen)·TTA는 극단적으로 무너지진 않지만 SHOT+AaD를 넘는 신호가 보이지 않아 3-seed 검증 없이 기각했다. 지금까지 시도한 8개 방향 중 3-seed 검증을 통과한 것은 SHOT+AaD(weight=1.0, 공통)뿐이다.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(8/12)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한계점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 프로젝트의 Domain Adaptation 결과를 해석할 때 반드시 같이 봐야 하는 전제·제약이다.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Label-free 제약: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target 정답을 전혀 안 쓴다 — 어떤 방법이 진짜 맞는지 사전에 알 방법이 없어, 모든 시도가 “가설 기반 시도”일 수밖에 없다. 오라클 실험은 진단 전용이며 실제 적응에는 쓰지 않았다.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3-seed만으로는 통계적 유의성 검정을 하지 않았다: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평균·표준편차 비교 수준이다. n=3는 “단일 seed 과신”을 잡아내는 데는 충분했지만(APS·극단튜닝·confident-prototype 등 총 5회 확인), t-test 같은 엄밀한 유의성 검정은 아니다.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경량 모델(tiny_cnn_c, 31,498 파라미터)의 근본적 표현력 한계: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PlantDoc 오라클 상한이 23.47%(정답을 줘도 그대로)라는 것 자체가 증명 — 적응 기법으로는 풀 수 없는 문제다.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R-GV는 포스터만 보고 만든 근사 구현이다: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공식 코드와 논문 본문을 구하지 못해(CVF/ResearchGate 접근 차단), CVPR 포스터에 공개된 수준의 정보로만 재구성했다 — 논문의 정확한 재현이 아니다.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Source(PlantVillage) 학습 데이터·증강을 바꾸는 것은 범위 밖이다: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Corruption 테스트가 이미 지목한 “밝기 증강 부재”가 PlantDoc·Bangladesh의 근본 해법일 가능성이 높지만, 학습 데이터를 바꾸는 시도는 하지 않았다.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00" b="1" i="0">
                <a:solidFill>
                  <a:srgbClr val="2A78D6"/>
                </a:solidFill>
                <a:latin typeface="Calibri"/>
              </a:rPr>
              <a:t>“전부 60%” 목표는 Bangladesh·PlantDoc에서 오라클 상한 자체가 못 미쳐 구조적으로 달성 불가능하다: 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이론이 아니라 실측 결과다(2/12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(9/12)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핵심 발표 포인트 (예상 질문 대비)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발표·질의응답에서 나올 수 있는 핵심 질문과, 데이터에 기반한 답변을 미리 정리했다.</a:t>
            </a:r>
          </a:p>
        </p:txBody>
      </p:sp>
      <p:sp>
        <p:nvSpPr>
          <p:cNvPr id="5" name="TextBox Bullets"/>
          <p:cNvSpPr txBox="1"/>
          <p:nvPr/>
        </p:nvSpPr>
        <p:spPr>
          <a:xfrm>
            <a:off x="548640" y="1950000"/>
            <a:ext cx="11091672" cy="4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이렇게 많이 시도했는데 대부분 실패했나?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실패도 과학적 정보다 — EATA(필터링), CACL/R-GV(feature 정렬), AaD(클러스터링 제거), CoWA(soft weighting)의 실패 이유가 전부 다르고, 그 차이가 “pseudo-label 문제 vs feature 표현력 문제”를 데이터셋별로 구분하는 데 직접 쓰였다(3/12 오라클 진단).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최종 채택한 SHOT+AaD가 최선이라는 근거는?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지금까지 검증한 8개 방향 중 유일하게 3-seed에서 Taiwan·Bangladesh를 동시에, 안정적으로(표준편차 감소) 개선했다(1/12, 6/12 슬라이드).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왜 3-seed만 했나, 더 많이 하지 않은 이유는?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계산 자원·시간 제약이 1차 이유이지만, 3-seed로도 이미 “단일 seed 결과를 과신하면 안 된다”는 것을 5차례 반복 확인했다(APS, 데이터셋별 극단 튜닝, confident-prototype, Taiwan epoch=7 등) — 추가 seed는 이 결론을 더 정밀하게 만들 뿐, 뒤집을 가능성은 낮다고 판단했다.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“전부 60%” 목표는 왜 못 채웠나?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오라클 실험(실제 정답으로 직접 학습)으로 Bangladesh(58.61%)·PlantDoc(23.47%)은 어떤 적응 기법을 써도 원천적으로 60%에 도달할 수 없음을 실측으로 증명했다(2/12 슬라이드) — 더 좋은 방법을 못 찾은 게 아니라 데이터셋 구조의 한계다.</a:t>
            </a:r>
          </a:p>
          <a:p>
            <a:pPr marL="228600" indent="-228600" algn="l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050" b="1" i="0">
                <a:solidFill>
                  <a:srgbClr val="2A78D6"/>
                </a:solidFill>
                <a:latin typeface="Calibri"/>
              </a:rPr>
              <a:t>Q. 앞으로 더 할 수 있는 것은? </a:t>
            </a:r>
            <a:r>
              <a:rPr sz="1050" b="0" i="0">
                <a:solidFill>
                  <a:srgbClr val="1A1A1A"/>
                </a:solidFill>
                <a:latin typeface="Calibri"/>
              </a:rPr>
              <a:t>A. 근본적으로는 source 학습 데이터·증강 개선(이번 프로젝트 범위 밖)이나, target의 극소량 라벨을 활용하는 few-shot 방식으로 “label-free” 전제 자체를 바꾸는 방향이 남아 있다(8/12 한계점 슬라이드).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(10/12)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1: 데이터셋별 하이퍼파라미터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교수님 피드백(데이터셋마다 따로 튜닝해도 된다)에 따라 SHOT의 epoch·cls_loss_weight를 데이터셋별로 그리드서치했다 — Taiwan 24개 조합(epoch 1~10 × weight 0.1~1.0), Bangladesh 50개 이상 조합(epoch 1~7 × weight 0.1~4.0 + class_balance/balanced_cap/exclude-classes/seed-ensemble 변형).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00000"/>
          <a:ext cx="11000000" cy="30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epoch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 (최적 weight)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Bangladesh (최적 weight, cb+bcap 포함)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40.76%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30.43% (w=0.3,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E2761"/>
                          </a:solidFill>
                        </a:rPr>
                        <a:t>2 (최종 채택)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48.73% (w=1.0)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31.15% (w=1.0, +cb+bcap)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51.59% (w=0.5)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33.33% (w=2.0,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34.42% (w=2.0, +cb+bcap)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61.46% (w=1.0)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31.70% (w=0.5, +cb+bcap)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7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63.06% (w=1.0) ← 전체 최고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30.61% (w=0.3+APS)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56.37% (w=0.5, 과적합 시작)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400000"/>
            <a:ext cx="11091672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Taiwan은 epoch·weight를 올릴수록 계속 좋아지다 epoch=10에서 과적합으로 꺾인다. Bangladesh는 epoch=4·weight=2.0(class_balance+balanced_cap 병행)에서 정점(34.42%) 후 하락한다. 하지만 두 정점(63.06%, 34.42%) 모두 seed42 단일 실행이고, 3-seed로 검증하면 재현되지 않았다(1/12 슬라이드 데이터와 같은 결론) — 그래서 최종 채택은 정점이 아니라 epoch=2(공통 고정값)다.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(11/12)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실험 방법론 2: Loss 함수·보조 항 하이퍼파라미터 조율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50000"/>
            <a:ext cx="11091672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SHOT의 기본 loss(pseudo-label CE + information-maximization) 위에 여러 보조 항을 추가로 시도하면서, 각 항의 가중치·범위를 조율했다 — 모두 target label 없이 pseudo-label/feature 구조만으로 조정했다.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1100000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하이퍼파라미터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테스트 범위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최종/최적값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효과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SHOT cls_loss_weight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0.1 ~ 4.0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0.3(기본)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pseudo-label CE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disperse_weight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 ~ 4.0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6B3A"/>
                          </a:solidFill>
                        </a:rPr>
                        <a:t>1.0 (3-seed 최적)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비-이웃과 밀어내는 강도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AaD k (이웃 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2, 4, 8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4(기본, k=2도 유사)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attract 대상 범위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APS gamma(신뢰도 임계값)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0.6 ~ 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1.0(필터링 없음)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기각: 3-seed에서 noise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CoWA model_weight_alpha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0.2 ~ 0.8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0.5(차이 미미)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model vs data score 비중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balanced_cap ratio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0.8 ~ 1.5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1.0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클래스별 할당 상한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5050000"/>
            <a:ext cx="11091672" cy="1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1">
                <a:solidFill>
                  <a:srgbClr val="5B5E6B"/>
                </a:solidFill>
                <a:latin typeface="Calibri"/>
              </a:rPr>
              <a:t>SHOT의 cls_loss_weight와 AaD의 disperse_weight가 가장 민감했다 — 둘 다 올릴수록 seed42 정확도는 계속 올라가는 패턴이라 극단값을 고르고 싶은 유혹이 컸다. 하지만 3-seed 검증에서 이 “계속 오르는” 패턴 자체가 seed42 과적합 신호였음을 확인했다 — 그래서 최종값은 seed42 최고점이 아니라 3-seed 평균이 가장 안정적인 지점(disperse_weight=1.0)으로 정했다.</a:t>
            </a:r>
          </a:p>
        </p:txBody>
      </p:sp>
      <p:sp>
        <p:nvSpPr>
          <p:cNvPr id="9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(12/12)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추가 검증: 모델을 더 줄이면 과적합이 줄어들까?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0000"/>
            <a:ext cx="11091672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교수님 피드백: SHOT이 epoch 2만 넘어도 과적합되는 건 모델 용량 때문 아니냐 — 채널을 32→32→64→64로 절반 줄여보라는 제안. tiny_cnn_c_lite(10.2K 파라미터, 기존의 약 1/3)를 96px·bilinear로 추가 학습해 검증했다.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250000"/>
          <a:ext cx="67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 (31.5K)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tiny_cnn_c_lite (10.2K)</a:t>
                      </a:r>
                    </a:p>
                  </a:txBody>
                  <a:tcPr anchor="ctr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내부 정확도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95.34%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Taiwan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42.04%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37.90%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Bangladesh (SHOT ep2)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30.79%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21.07%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0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PlantDoc (SHOT ep2)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A1A1A"/>
                          </a:solidFill>
                        </a:rPr>
                        <a:t>19.46% (F1 0.18)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A1A1A"/>
                          </a:solidFill>
                        </a:rPr>
                        <a:t>22.57% (F1 0.20)</a:t>
                      </a:r>
                    </a:p>
                  </a:txBody>
                  <a:tcPr anchor="ctr">
                    <a:solidFill>
                      <a:srgbClr val="EEF3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" name="Picture" descr="SHOT epoch sensitivity chart (tiny_cnn_c_lite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8640" y="2250000"/>
            <a:ext cx="4000000" cy="2599935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99935"/>
            <a:ext cx="11091672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1">
                <a:solidFill>
                  <a:srgbClr val="5B5E6B"/>
                </a:solidFill>
                <a:latin typeface="Calibri"/>
              </a:rPr>
              <a:t>가설은 데이터셋마다 다르게 맞았다 — Bangladesh는 과적합이 완화됐고(epoch 5까지 계속 개선), PlantDoc은 정확도 자체가 올랐다(19.46%→22.57%, F1 0.18→0.20) — 다만 그 정점이 epoch 1로 더 일찍 온다(작은 모델이 pseudo-label 노이즈에 더 빨리 수렴하는 것으로 보인다). 반면 내부 정확도·Taiwan은 전반적으로 더 낮아져, "모델을 줄이면 전부 좋아진다"는 일관된 결론은 아니다 — 데이터셋마다 적정 모델 크기가 다를 수 있다는 뜻으로 해석한다.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완료 — AdaBN/TENT의 negative transfer를 class-restriction 마스킹으로 해결하고, SHOT(epoch=2)+AaD 하이브리드를 최종 채택(3-seed 검증, Bangladesh +3.1%p). 오라클 실험으로 "전부 60%" 목표가 PlantDoc(표현력 한계)·Bangladesh(오라클 자체가 58.6%)에서는 구조적으로 어렵다는 것도 확인. app/streamlit_app.py의 DEFAULT_MODEL 교체로 7단계 배포 가능(DA는 연구·진단용이라 배포 모델엔 미반영).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Domain Adaptation 전 과정(negative transfer → 마스킹 → SHOT → EATA/UPA/R-GV/AaD/CoWA 비교 → SHOT+AaD 최종 채택, 3-seed 검증) · 오라클 실험 기반 60% 목표 현실성 진단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6478</Words>
  <Application>Microsoft Office PowerPoint</Application>
  <PresentationFormat>와이드스크린</PresentationFormat>
  <Paragraphs>826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2" baseType="lpstr">
      <vt:lpstr>Arial</vt:lpstr>
      <vt:lpstr>Calibri</vt:lpstr>
      <vt:lpstr>Cambria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Tariq Mahmood</cp:lastModifiedBy>
  <cp:revision>3</cp:revision>
  <dcterms:created xsi:type="dcterms:W3CDTF">2013-01-27T09:14:16Z</dcterms:created>
  <dcterms:modified xsi:type="dcterms:W3CDTF">2026-10-15T09:15:31Z</dcterms:modified>
  <cp:category/>
</cp:coreProperties>
</file>