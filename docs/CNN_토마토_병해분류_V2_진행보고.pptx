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62" y="1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AdaBN / TENT 적용 — 전부 악화 (Negative Transfer)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AdaBN(Li et al., 2016)은 target 이미지로 forward만 수행해 BN 통계를 완전 교체한다. TENT(Wang et al., ICLR 2021)는 BN affine만 열고 entropy를 최소화한다. 둘 다 target label은 전혀 쓰지 않는다(source-free·label-free).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클래스 겹침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TENT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6/10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10.17%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8.63%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13.12%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11.14%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Picture" descr="Negative transfer evidence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250000"/>
            <a:ext cx="4100000" cy="2221000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65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예측이 target에 없는 클래스로 쏠렸다 — partial label-space mismatch로 인한 negative transfer다(PADA/ETN 이론). 클래스 겹침이 적을수록(Taiwan 3/10) 저하가 더 컸다.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해결책: Class-restriction 마스킹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class_info.py의 사전 클래스 매핑으로 target에 없는 클래스의 로짓을 -inf 처리한다(추가 학습 없음, zero-cost). 모든 데이터셋에서 마스킹만으로도 source-only보다 개선됐다.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50000"/>
          <a:ext cx="85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80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TENT는 마스킹을 적응 과정에도 반영했지만(mask-aware) 한 클래스로만 100% 예측하는 collapse가 났다. Diversity 정규화로 고쳐도 마스킹만 한 것보다 전부 나빠 최종안에서 제외했다. AdaBN도 momentum 블렌딩으로 약하게 섞어봤지만 Bangladesh·PlantDoc은 개선하지 못했다.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승자: SHOT (Pseudo-labeling + Info-max)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Calibri"/>
              </a:rPr>
              <a:t>Liang et al., ICML 2020. Source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classifier는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고정하고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feature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extractor만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미세조정한다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마스킹된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클래스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안에서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pseudo-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label을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할당하고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pseudo-label cross-entropy + information-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maximization으로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8800000" cy="24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SHOT+마스킹(epoch=2)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19.46% (F1 0.182 1위)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AdaBN/TENT와 달리 SHOT은 3개 데이터셋 전부에서 collapse 없이 안정적으로 잘 됐다 — 데이터셋마다 다른 방법을 골라야 했던 AdaBN/TENT와 달리 튜닝 없이 두루 통하는 유일한 방법이다.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SHOT epoch 수를 어떻게 정했나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 err="1">
                <a:solidFill>
                  <a:srgbClr val="1A1A1A"/>
                </a:solidFill>
                <a:latin typeface="Calibri"/>
              </a:rPr>
              <a:t>SHOT은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늘릴수록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더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많이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학습한다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데이터셋마다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target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accuracy가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가장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높은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골라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보고하면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label-free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전제와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모순되므로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epoch별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민감도부터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1A"/>
                </a:solidFill>
                <a:latin typeface="Calibri"/>
              </a:rPr>
              <a:t>확인했다</a:t>
            </a:r>
            <a:r>
              <a:rPr sz="1300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pic>
        <p:nvPicPr>
          <p:cNvPr id="10" name="Picture" descr="SHOT epoch sensitivity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847" y="2150000"/>
            <a:ext cx="4500000" cy="2924927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5224927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Taiwan(클래스 3개)은 epoch이 늘수록 계속 좋아지지만, Bangladesh(6개)·PlantDoc(8개)은 epoch 2~3에서 정점을 찍고 pseudo-label 과적합으로 꺾인다. 그래서 공통 epoch=2를 사전 기준으로 고정했다.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권장 파이프라인 + 다음 과제</a:t>
            </a:r>
          </a:p>
        </p:txBody>
      </p:sp>
      <p:sp>
        <p:nvSpPr>
          <p:cNvPr id="4" name="TextBox H"/>
          <p:cNvSpPr txBox="1"/>
          <p:nvPr/>
        </p:nvSpPr>
        <p:spPr>
          <a:xfrm>
            <a:off x="548640" y="1500000"/>
            <a:ext cx="11091672" cy="12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1E2761"/>
                </a:solidFill>
                <a:latin typeface="Calibri"/>
              </a:rPr>
              <a:t>최종 권장: Class-restriction 마스킹은 항상 적용 + SHOT(epoch=2)을 기본 적응 방법으로 사용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데이터셋마다 다른 방법을 골라야 했던 AdaBN(Taiwan 전용)·TENT(전부 탈락)와 달리, SHOT은 튜닝 없이 3개 데이터셋 전부에서 collapse 없이 최고 또는 최고에 가까운 성능을 낸 유일한 방법이다.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548640" y="4450000"/>
            <a:ext cx="11091672" cy="1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남은 과제: 지금은 seed42 단일 실행 결과다. tiny_cnn_c(96px·bicubic)를 seed123/2026에서 추가 학습해 이 비교 전체를 3-seed로 재검증할 계획이다(seed123 학습 진행 중).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4127</Words>
  <Application>Microsoft Office PowerPoint</Application>
  <PresentationFormat>와이드스크린</PresentationFormat>
  <Paragraphs>637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2</cp:revision>
  <dcterms:created xsi:type="dcterms:W3CDTF">2013-01-27T09:14:16Z</dcterms:created>
  <dcterms:modified xsi:type="dcterms:W3CDTF">2026-10-02T02:50:41Z</dcterms:modified>
  <cp:category/>
</cp:coreProperties>
</file>