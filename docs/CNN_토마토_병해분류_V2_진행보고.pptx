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9" r:id="rId30"/>
    <p:sldId id="280" r:id="rId31"/>
    <p:sldId id="281" r:id="rId32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</c:v>
                </c:pt>
                <c:pt idx="2">
                  <c:v>15.44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1051560"/>
                <a:gridCol w="1051560"/>
                <a:gridCol w="1051560"/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11887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600200"/>
                <a:gridCol w="1600200"/>
                <a:gridCol w="1600200"/>
                <a:gridCol w="1600200"/>
                <a:gridCol w="1600200"/>
                <a:gridCol w="155448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286000"/>
                <a:gridCol w="3959352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691640"/>
                <a:gridCol w="914400"/>
                <a:gridCol w="914400"/>
                <a:gridCol w="914400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/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18104"/>
                <a:gridCol w="3118104"/>
                <a:gridCol w="3118104"/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188720"/>
                <a:gridCol w="1097280"/>
                <a:gridCol w="1051560"/>
                <a:gridCol w="105156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417320"/>
                <a:gridCol w="1417320"/>
                <a:gridCol w="1417320"/>
                <a:gridCol w="1399032"/>
                <a:gridCol w="1737360"/>
                <a:gridCol w="1828800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1828800"/>
                <a:gridCol w="1828800"/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area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377440"/>
                <a:gridCol w="1828800"/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7 · DOMAIN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Domain Adaptation (AdaBN / TENT) — 1차 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최종 모델에 source-free·target-label 미사용 조건으로 AdaBN/TENT를 적용했으나 둘 다 모든 데이터셋에서 source-only보다 악화됐다 — 예측이 target에 없는 클래스로 쏠리는 negative transfer 때문이며, 클래스 겹침이 적을수록(Taiwan) 저하가 더 컸다. Partial label-space mismatch(PADA) 문제가 실측으로 재현된 것으로, SHOT 등 partial-set 고려 방법이 다음 후보다.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8961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1828800"/>
                <a:gridCol w="1645920"/>
                <a:gridCol w="1645920"/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9.17%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