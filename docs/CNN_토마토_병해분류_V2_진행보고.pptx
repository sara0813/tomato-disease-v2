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81" r:id="rId25"/>
    <p:sldId id="282" r:id="rId26"/>
    <p:sldId id="287" r:id="rId37"/>
    <p:sldId id="283" r:id="rId27"/>
    <p:sldId id="284" r:id="rId28"/>
    <p:sldId id="285" r:id="rId29"/>
    <p:sldId id="288" r:id="rId38"/>
    <p:sldId id="290" r:id="rId40"/>
    <p:sldId id="289" r:id="rId39"/>
    <p:sldId id="286" r:id="rId36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6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  <Relationship Id="rId36" Type="http://schemas.openxmlformats.org/officeDocument/2006/relationships/slide" Target="slides/slide31.xml"/>
  <Relationship Id="rId37" Type="http://schemas.openxmlformats.org/officeDocument/2006/relationships/slide" Target="slides/slide32.xml"/>
  <Relationship Id="rId38" Type="http://schemas.openxmlformats.org/officeDocument/2006/relationships/slide" Target="slides/slide33.xml"/>
  <Relationship Id="rId39" Type="http://schemas.openxmlformats.org/officeDocument/2006/relationships/slide" Target="slides/slide34.xml"/>
  <Relationship Id="rId40" Type="http://schemas.openxmlformats.org/officeDocument/2006/relationships/slide" Target="slides/slide35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AdaBN / TENT 적용 — 전부 악화 (Negative Transfer)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AdaBN(Li et al., 2016)은 target 이미지로 forward만 수행해 BN 통계를 완전 교체한다. TENT(Wang et al., ICLR 2021)는 BN affine만 열고 entropy를 최소화한다. 둘 다 target label은 전혀 쓰지 않는다(source-free·label-free).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클래스 겹침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TENT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7.64%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6/10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10.17%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8.63%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13.12%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11.14%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Picture" descr="Negative transfer evidence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250000"/>
            <a:ext cx="4100000" cy="2221000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65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예측이 target에 없는 클래스로 쏠렸다 — partial label-space mismatch로 인한 negative transfer다(PADA/ETN 이론). 클래스 겹침이 적을수록(Taiwan 3/10) 저하가 더 컸다.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해결책: Class-restriction 마스킹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class_info.py의 사전 클래스 매핑으로 target에 없는 클래스의 로짓을 -inf 처리한다(추가 학습 없음, zero-cost). 모든 데이터셋에서 마스킹만으로도 source-only보다 개선됐다.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50000"/>
          <a:ext cx="85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80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TENT는 마스킹을 적응 과정에도 반영했지만(mask-aware) 한 클래스로만 100% 예측하는 collapse가 났다. Diversity 정규화로 고쳐도 마스킹만 한 것보다 전부 나빠 최종안에서 제외했다. AdaBN도 momentum 블렌딩으로 약하게 섞어봤지만 Bangladesh·PlantDoc은 개선하지 못했다.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승자: SHOT + APS (Pseudo-labeling + Info-max + 신뢰도 기반 선택)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Calibri"/>
              </a:rPr>
              <a:t>Liang et al., ICML 2020. Source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classifier는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고정하고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feature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extractor만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미세조정한다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마스킹된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클래스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안에서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pseudo-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label을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할당하고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pseudo-label cross-entropy + information-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maximization으로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00000"/>
          <a:ext cx="103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000"/>
                <a:gridCol w="1900000"/>
                <a:gridCol w="1900000"/>
                <a:gridCol w="1900000"/>
                <a:gridCol w="2900000"/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SHOT+마스킹(epoch=2)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SHOT+APS+마스킹(최종)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44.59% (F1 0.426)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30.52% (거의 동일)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19.04% (F1 0.180)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AdaBN/TENT와 달리 SHOT은 3개 데이터셋 전부에서 collapse 없이 안정적으로 잘 됐다. 여기에 신뢰도 기반 pseudo-label 재할당(APS, gamma=1.0)을 더해 Taiwan을 42.04%→44.59%로 끌어올렸다 — 마스킹+SHOT(epoch=2)+APS(gamma=1.0)를 최종 권장 파이프라인으로 정했다.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SHOT epoch 수를 어떻게 정했나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 err="1">
                <a:solidFill>
                  <a:srgbClr val="1A1A1A"/>
                </a:solidFill>
                <a:latin typeface="Calibri"/>
              </a:rPr>
              <a:t>SHOT은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늘릴수록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더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많이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데이터셋마다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target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accuracy가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가장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높은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골라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보고하면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label-free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전제와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모순되므로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민감도부터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확인했다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pic>
        <p:nvPicPr>
          <p:cNvPr id="10" name="Picture" descr="SHOT epoch sensitivity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847" y="2150000"/>
            <a:ext cx="4500000" cy="2924927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5224927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Taiwan(클래스 3개)은 epoch이 늘수록 계속 좋아지지만, Bangladesh(6개)·PlantDoc(8개)은 epoch 2~3에서 정점을 찍고 pseudo-label 과적합으로 꺾인다. 그래서 공통 epoch=2를 사전 기준으로 고정했다.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권장 파이프라인 + 다음 과제</a:t>
            </a:r>
          </a:p>
        </p:txBody>
      </p:sp>
      <p:sp>
        <p:nvSpPr>
          <p:cNvPr id="4" name="TextBox H"/>
          <p:cNvSpPr txBox="1"/>
          <p:nvPr/>
        </p:nvSpPr>
        <p:spPr>
          <a:xfrm>
            <a:off x="548640" y="1500000"/>
            <a:ext cx="11091672" cy="12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1E2761"/>
                </a:solidFill>
                <a:latin typeface="Calibri"/>
              </a:rPr>
              <a:t>최종 권장: Class-restriction 마스킹은 항상 적용 + SHOT(epoch=2)+APS(gamma=1.0)를 기본 적응 방법으로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5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데이터셋마다 다른 방법을 골라야 했던 AdaBN(Taiwan 전용)·TENT(전부 탈락)와 달리, SHOT은 튜닝 없이 3개 데이터셋 전부에서 collapse 없이 최고 또는 최고에 가까운 성능을 낸 유일한 방법이다.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48640" y="44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남은 과제: 이 비교는 아직 seed42 단일 실행 기준이다(최신 후속 방법 비교는 다음 슬라이드부터). tiny_cnn_c(96px·bicubic)를 seed123/2026까지 추가 학습 완료해 이 비교 전체를 3-seed로 재검증하는 중이다.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900000"/>
                <a:gridCol w="190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절반만 맞았다 — Bangladesh는 과적합이 완화됐지만(epoch 5까지 계속 개선) PlantDoc은 오히려 더 빨리 과적합됐다(epoch 1에서 이미 정점). 내부 정확도·Taiwan·Bangladesh는 전반적으로 더 낮아져, 모델 축소가 일관된 해결책은 아니었다 — 과적합 억제는 epoch 수를 고정하는 기존 방식이 더 안정적이다.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7 · DOMAIN ADAPTATION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Class-restriction 마스킹 — 정확한 메커니즘</a:t>
            </a:r>
          </a:p>
        </p:txBody>
      </p:sp>
      <p:sp>
        <p:nvSpPr>
          <p:cNvPr id="4" name="Block"/>
          <p:cNvSpPr txBox="1"/>
          <p:nvPr/>
        </p:nvSpPr>
        <p:spPr>
          <a:xfrm>
            <a:off x="548640" y="13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①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기준: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데이터 준비 단계에서 미리 확인한 “이 외부 데이터셋에 해당 병해 폴더·라벨이 애초에 있는가” — 모델 예측이나 정답 라벨을 본 게 아니다 (Taiwan 3/10, Bangladesh 6/10, PlantDoc 8/10).</a:t>
            </a:r>
          </a:p>
        </p:txBody>
      </p:sp>
      <p:sp>
        <p:nvSpPr>
          <p:cNvPr id="5" name="Block"/>
          <p:cNvSpPr txBox="1"/>
          <p:nvPr/>
        </p:nvSpPr>
        <p:spPr>
          <a:xfrm>
            <a:off x="548640" y="238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②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제외 방법: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logits = model(images) + mask (없는 클래스 자리는 -inf) → softmax 확률이 0이 되어 예측 후보에서 빠진다. 파라미터는 전혀 건드리지 않는다.</a:t>
            </a:r>
          </a:p>
        </p:txBody>
      </p:sp>
      <p:sp>
        <p:nvSpPr>
          <p:cNvPr id="6" name="Block"/>
          <p:cNvSpPr txBox="1"/>
          <p:nvPr/>
        </p:nvSpPr>
        <p:spPr>
          <a:xfrm>
            <a:off x="548640" y="346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③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학습과 적응은 분리: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tiny_cnn_c는 PlantVillage 10개 클래스 전체로, 마스킹 없이 학습한다. 마스킹은 그 가중치를 외부 데이터셋에 적응·평가할 때만 적용한다.</a:t>
            </a:r>
          </a:p>
        </p:txBody>
      </p:sp>
      <p:sp>
        <p:nvSpPr>
          <p:cNvPr id="7" name="Block"/>
          <p:cNvSpPr txBox="1"/>
          <p:nvPr/>
        </p:nvSpPr>
        <p:spPr>
          <a:xfrm>
            <a:off x="548640" y="454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④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SHOT에서는 한 군데 더: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pseudo-label을 정하는 클래스 중심점 매칭에도 같은 마스크를 적용해, 존재하는 클래스 안에서만 pseudo-label이 나오게 한다.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시도: EATA (ICML 2022) — SHOT을 넘지 못함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Niu et al., ICML 2022 (공식 코드: mr-eggplant/EATA). TENT와 같은 지점(BN affine만 학습)에서 출발해 ① 불확실하거나(entropy 높음) 중복되는 샘플은 적응에서 제외하고 ② source test셋 Fisher information으로 “원본 가중치에서 너무 멀어지지 않게” 정규화한다.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2400000"/>
                <a:gridCol w="2400000"/>
                <a:gridCol w="24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SHOT+마스킹(최종)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EATA+마스킹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20.89%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12.27%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850000"/>
            <a:ext cx="11091672" cy="1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논문 기본 lr(1e-3)로는 거의 적응이 안 일어나 lr=0.1(100배)로 캘리브레이션했다 — entropy·다양성 필터가 ImageNet 1000클래스·대량 스트림 기준이라 클래스 3~8개뿐인 우리 설정엔 유효 gradient가 너무 작았다. 그래도 Taiwan만 마스킹-only를 넘었을 뿐 SHOT은 어디서도 못 넘었고, Bangladesh· PlantDoc은 마스킹-only보다도 낮았다(collapse는 아님) — SHOT을 최종안으로 유지한다.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방법 종합: UPA(APS·CACL) · R-GV · UCon-SFDA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SHOT 심층 진단을 바탕으로 최신 SFDA 방법 3가지를 추가 검토했다 — UPA의 두 구성요소(APS/CACL)를 분리 시도, R-GV(CVPR 2025)는 포스터 기반 근사 구현, UCon-SFDA(ICLR 2025)는 논문 본문까지 확인 후 구현은 보류했다.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103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300000"/>
                <a:gridCol w="2300000"/>
                <a:gridCol w="23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SHOT+APS+마스킹(최종)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44.59%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SHOT+APS+CACL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33~38%대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R-GV(alignment 제외, 근사)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36.94%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30.61%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17.07%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UCon-SFDA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구현 보류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구현 보류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구현 보류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APS(K=4 KNN 재투표, gamma=1.0)만 Taiwan을 개선(42.04%→44.59%); CACL(confident set 내 contrastive loss)과 R-GV의 semantic alignment는 공통적으로 더 나쁘다 — 고정된 classifier(head.fc)와 이를 움직이려는 contrastive/alignment loss가 구조적으로 안 맞는 것으로 보인다. UCon-SFDA는 CACL과 같은 계열(contrastive loss + partial-label)이라 같은 문제를 겪을 가능성이 높고 하이퍼파라미터도 5개(λ_CL, λ_DC, λ_PL, τ, K_PL)로 많아, 구현하지 않고 판단 근거만 기록으로 남긴다.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심층 진단: SHOT은 정확히 어디서 성공·실패하는가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target label을 적응에는 전혀 안 쓰고 진단에만 쓰는 세 가지 분석을 추가했다: ① epoch별 pseudo-label 정확도 추적 ② 초기 클래스별 precision/recall 비교 ③ Oracle 상한 실험(실제 정답으로 fine-tuning, stratified 70/30 train/eval 분리).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3200000"/>
                <a:gridCol w="38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Source(eval split)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Oracle(정답으로 학습)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33.68%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 (+36.9%p)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22.96%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58.61% (+35.7%p)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23.47% (변화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1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① Taiwan: healthy가 0% precision·recall로 Late_blight에 흡수되는 사각지대(SHOT 후에도 그대로). ② Bangladesh: SHOT이 Late_blight 쏠림을 Target_Spot 쏠림으로 옮길 뿐(recall 0→43%, 대신 Late_blight 60→22%). ③ PlantDoc: source 단계에서 이미 3개 클래스가 0%이고, SHOT을 거쳐도 기존 클래스 recall이 반토막나며 상쇄된다. Oracle 결과: Taiwan·Bangladesh는 정답만 있으면 2배 이상 뛰어 pseudo-label 품질이 핵심 병목임을 확인. PlantDoc은 train 정확도만 19%→27%로 오르고 eval은 그대로(과적합) — 병목이 feature 표현력 자체라는 신호.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4127</Words>
  <Application>Microsoft Office PowerPoint</Application>
  <PresentationFormat>와이드스크린</PresentationFormat>
  <Paragraphs>637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2</cp:revision>
  <dcterms:created xsi:type="dcterms:W3CDTF">2013-01-27T09:14:16Z</dcterms:created>
  <dcterms:modified xsi:type="dcterms:W3CDTF">2026-10-02T02:50:41Z</dcterms:modified>
  <cp:category/>
</cp:coreProperties>
</file>